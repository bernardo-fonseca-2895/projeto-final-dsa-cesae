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42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Apresentar o tema, o dataset e a equipa. ~30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contexto, a pergunta de negócio e os números reais do dataset. Mencionar as limitações.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3 user stories com os personas e o mapeamento para a dashboard.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pipeline em 2 fases. Destacar a divisão de responsabilidades: Miguel fez o PowerQuery, Bernardo fez o Python.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3 grandes áreas de análise do analise.py. Mencionar as técnicas: pivot_table, heatmap, barh.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resultados reais — números do dataset. Este é o slide mais importante analyticamente.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estrutura da dashboard. Slide de apoio — na demonstração abre o Excel.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Excel aqui. Navegar pelas 3 páginas. Usar os slicers ao vivo.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limitações do dataset — mostra pensamento crítico.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4 conclusões e mostrar o repositório. Abrir para perguntas.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Videogame Sales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Over the Years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D353"/>
                </a:solidFill>
              </a:rPr>
              <a:t>Projeto Final · Data Science &amp; Analytics · CESAE Digital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Dataset: vgsales.csv · Kaggle · ~16 500 registos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572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Python ·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25146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Excel · PowerQuery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5720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Excel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6294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Git · 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</a:rPr>
              <a:t>Bernardo Pina Fonseca  ·  Miguel Fonseca Pina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Contexto &amp; Pergunta de Negócio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412480" cy="777240"/>
          </a:xfrm>
          <a:prstGeom prst="roundRect">
            <a:avLst>
              <a:gd name="adj" fmla="val 823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 indústria de videojogos é um dos maiores mercados de entretenimento do mundo, com preferências muito distintas por região, plataforma e género. Compreender a evolução histórica destas tendências permite tomar decisões de investimento, stock e distribuição mais informadas.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</a:rPr>
              <a:t>Quais géneros e plataformas geram mais vendas por região e como evoluiu o mercado ao longo do tempo?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2A1F1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Os dados representam unidades vendidas (milhões de cópias), não receita. Dados pós-Nintendo Switch/PS5 não incluídos. Registo de 2020 removido por ser outlier (1 entrada).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7432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~8 974 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Unidades vendidas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242316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11 246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Jogos registados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57200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~575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Publishers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72084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31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Plataformas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2 · Contexto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Stories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Publisher de Videojogos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005840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7665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publisher de videojogos, quero ver quais géneros geraram mais vendas globais por década para decidir em que tipo de jogos investir na próxima geração.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11480" y="2267712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677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E2"/>
                </a:solidFill>
              </a:rPr>
              <a:t>Analista de Mercado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267712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76656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Manufacturers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63347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analista de mercado, quero ver como a quota de mercado das plataformas evoluiu ao longo das décadas para identificar ciclos de dominância e antecipar tendências de hardware.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11480" y="3529584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11480" y="3529584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D321"/>
                </a:solidFill>
              </a:rPr>
              <a:t>Retalhista de Videojogos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52958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6766560" y="3529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Regiões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89534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retalhista de videojogos, quero ver quais géneros vendem melhor em cada região geográfica (NA, EU, JP) para ajustar o stock e as campanhas de marketing por mercado.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4 · User Stories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de Dados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36192" cy="6400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E2"/>
                </a:solidFill>
              </a:rPr>
              <a:t>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vgsales.csv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Kaggle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965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6596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536192" cy="64008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68EE"/>
                </a:solidFill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PowerQuery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 fase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Excel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29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3657600" y="960120"/>
            <a:ext cx="1536192" cy="64008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365760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D321"/>
                </a:solidFill>
              </a:rPr>
              <a:t>③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 fase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293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4924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5349240" y="960120"/>
            <a:ext cx="1536192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D353"/>
                </a:solidFill>
              </a:rPr>
              <a:t>④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924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Análise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EDA + gráficos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analise.py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04088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7040880" y="960120"/>
            <a:ext cx="1536192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704088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⑤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04088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Excel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Tabelas dinâmicas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1 — Excel PowerQuery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3246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Filtrar N/A e Unknown em Year e Publisher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502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Remover outlier Year = 2020 (único registo)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7581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Substituir . por , nas colunas de vendas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014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Decade a partir de Year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2702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Global_Sales_Verified (soma regional)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2 — Python (limpeza.py)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32461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Ler vgsales_fase1.xlsx → DataFrame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5021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Forçar coluna Name para tipo string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7581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Manufacturer a partir de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0142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Ordenar por Rank (ascending)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702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Exportar para vgsales_processed.csv (sep=;)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3 · Pipeline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Análise Exploratória · Python (analise.py)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Análise de Géneros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géneros por unidades vendidas globais (barh)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7218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Frequência de entradas por género (bar) — mais lançamentos = mais vendas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Heatmap: unidades vendidas por género × década (pivot_table aggfunc=sum)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978408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537960" y="10058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216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Action domina desde 2000s; Platform liderou nos anos 80/90s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54864" cy="11887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Análise de Manufacturers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Vendas por Manufacturer (bar) — Sony 40.4%, Nintendo 37.6%, Microsoft 13.9%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7063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Pie chart: frequência de entradas por Manufacturer (%)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2666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Evolução ao longo do tempo — pivot_table aggfunc=count e aggfunc=sum (line)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276856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537960" y="23042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E2"/>
                </a:solidFill>
              </a:rPr>
              <a:t>Insight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Pico de vendas na década de 2000; Sega/Atari descontinuadas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465576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54864" cy="1188720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57200" y="3538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D321"/>
                </a:solidFill>
              </a:rPr>
              <a:t>Análise Regional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1304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Total de vendas por região: NA 4392M · EU 2434M · JP 1291M · Others 856M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Heatmap: géneros × região — Action domina NA/EU; Role-Playing domina JP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2511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jogos por região (barh) — diferença cultural clara NA vs JP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575304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6537960" y="36027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D321"/>
                </a:solidFill>
              </a:rPr>
              <a:t>Insight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8130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NA representa ~49% das vendas; perfil JP radicalmente diferente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5 · Análise Python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Resultados — Dados Reais do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Géneros mais vendidos por década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Platform dominou os anos 80s e 90s. A partir dos anos 2000s, Action teve crescimento exponencial e tornou-se o género mais popular, mantendo a liderança nos anos 2010s. Top géneros recentes: Action (671M), Shooter (462M), Sports (325M), Role-Playing (302M).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Ciclos de dominância de plataformas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Sony lidera com 40.4% das entradas, seguida de Nintendo (37.6%) e Microsoft (13.9%). A Nintendo e Sony dominam o mercado e essa dominância não mostra sinais de abrandamento. Sega e Atari foram descontinuadas. PC teve crescimento gradual.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11480" y="3419856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419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D321"/>
                </a:solidFill>
              </a:rPr>
              <a:t>Géneros por região geográfica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39896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Action domina em todas as regiões exceto no Japão. NA: Action (861M) · EU: Action (516M) · JP: Role-Playing (349M) · Others: Action (185M). O mercado japonês apresenta um perfil cultural radicalmente diferente dos mercados ocidentais.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6 · Resultados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Dashboard Interativa · Excel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8404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8404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Visão Geral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KPIs: vendas totais, nº jogos, publishers, plataformas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géneros por vendas (colunas 3D)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plataformas por vendas (colunas 3D)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Segmentações: Genre · Manufacturer · Decade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88920" cy="6400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31012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331012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E2"/>
                </a:solidFill>
              </a:rPr>
              <a:t>Manufacturers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Percentagem ocupada por manufacturer (Pie Chart)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10 publishers por vendas (barras 3D)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Medidas DAX: Vendas Totais, Total Entradas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Modelo de dados via Power Pivot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88920" cy="64008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623620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623620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ED321"/>
                </a:solidFill>
              </a:rPr>
              <a:t>Regiões &amp; Jogos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620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3 jogos globais por vendas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Vendas por região (NA, EU, JP, Other)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Tabelas dinâmicas ligadas ao modelo de dados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Filtros cruzados por Genre, Manufacturer, Decade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Ligado a vgsales_processed.csv via PowerQuery · 6 medidas DAX em Power Pivot · 4 gráficos dinâmicos · 3 segmentações de dados cruzadas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7 ·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217920" cy="3657600"/>
          </a:xfrm>
          <a:prstGeom prst="roundRect">
            <a:avLst>
              <a:gd name="adj" fmla="val 30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39D353"/>
                </a:solidFill>
              </a:rPr>
              <a:t>▶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Demonstração ao Vivo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9D353"/>
                </a:solidFill>
              </a:rPr>
              <a:t>Dashboard Interativa · 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32735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1. Visão geral — KPIs e géneros mais vendidos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11680" y="352958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2. Manufacturers — ciclos de dominância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37856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3. Regiões — diferença cultural NA vs JP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40416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4. Segmentações ao vivo por Decade e Genre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8 · Demo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Limitações &amp; Avaliação Crítica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987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Unidades, não receita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As colunas de vendas medem cópias vendidas (milhões), não receita gerada. Um jogo AAA a €70 e um indie a €5 têm peso igual — útil para popularidade, não para lucro.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Dados pós-2016 ausentes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1945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 dataset não inclui dados da Nintendo Switch, PS5 ou Xbox Series. A análise cobre 4 décadas (80s-2010s) mas não reflete o mercado atual.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11480" y="287121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~300 registos removidos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1272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Linhas com Year ou Publisher = N/A/Unknown foram removidas. Impacto baixo nos resultados finais dado o volume total (~16 500 registos).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11480" y="38039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" y="3785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Typos em nomes de Publishers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40599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Alguns publishers têm variações ortográficas nos nomes (ex: 'Nintendo' vs 'nintendo'), não impactando os resultados mas identificado para correção futura.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9 · Limitações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Conclusões &amp; Repositório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6984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969264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Action é o género dominante desde os anos 2000, mas Platform liderou as primeiras décadas — a escolha de género importa por geração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11480" y="18196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719072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Sony (40.4%) e Nintendo (37.6%) dominam o mercado de plataformas — benchmarks seguros para decisões de hardware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46888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 mercado japonês tem perfil único: Role-Playing domina enquanto Action lidera em todas as outras regiões — marketing regional diferenciado é essencial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411480" y="33192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21868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~8 974 M unidades vendidas em 4 décadas, com pico de mercado na geração 2000s — ciclos de 10 anos ligados às gerações de consolas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02920" y="40507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</a:rPr>
              <a:t>Repositório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github.com/bernardo-fonseca-2895/Projeto-Final-DSA-CESAE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10 · Conclusões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1542</Words>
  <Application>Microsoft Office PowerPoint</Application>
  <PresentationFormat>Apresentação no Ecrã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Bernardo Fonseca</cp:lastModifiedBy>
  <cp:revision>3</cp:revision>
  <dcterms:created xsi:type="dcterms:W3CDTF">2026-07-12T22:50:38Z</dcterms:created>
  <dcterms:modified xsi:type="dcterms:W3CDTF">2026-07-13T16:24:27Z</dcterms:modified>
</cp:coreProperties>
</file>